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SHOPPER PROGRAMME &amp; JBP · FY2027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Target Back-to-School 2026 and the FY27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Three brands, one window, and the retailer where our growth engine over-indexes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Wes Okafor, Senior Manager — Shopper Marketing, with Soo-jin Lee (Target NAM) ·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Target BTS + FY27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Why Target matters more than its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back-to-school window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Three brands on one programme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protein over-index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Media and Roundel 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Measurement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FY27 JBP frame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account where our growth engine already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Target BTS + FY27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3921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Target is $68M of Acme revenue — third largest — but it is where our growth engine works best: Acme holds 18.4% of Wellness Protein here against 5.2% at Walmart. The back-to-school window (July 13 to August 23) is the largest shopper occasion of the year in this account, worth $14.4M of incremental category dollars in 2025 with a protein-curious cohort overlap of 64.7% — the highest of any retailer.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28950"/>
            <a:ext cx="6492240" cy="3024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Target is the proof case for ProteinPeak.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Trial ran 110–113% of plan and velocity hit 17.5 units/store/week on the April endcap — nearly double the Walmart pilot.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The BTS window is protein-shaped here.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64.7% overlap with the protein-curious cohort against 41.1% at Walmart, where the window is kids-shaped.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Three brands, one programme: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ProteinPeak (protein-curious), TrailGrove (lunchbox occasion) and MorningOats single-serve cups (dorm and commuter).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Asset deadline drives everything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— circular, Roundel and in-store creative lock roughly three weeks before the window opens.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18.4%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ACME WELLNESS PROTEIN SHARE AT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$14.4M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BTS INCREMENTAL CATEGORY $,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64.7%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PROTEIN-CURIOUS COHORT OVERLAP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-5.3%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Q1 REVENUE VS PLAN AT 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Same season, different shopper, different programme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Target BTS + FY27  ·  3</a:t>
            </a:r>
          </a:p>
        </p:txBody>
      </p:sp>
      <p:pic>
        <p:nvPicPr>
          <p:cNvPr id="7" name="Picture 6" descr="r60_b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89343"/>
            <a:ext cx="6309360" cy="255129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5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634"/>
                <a:gridCol w="1059972"/>
                <a:gridCol w="1059972"/>
                <a:gridCol w="105997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Retailer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Kids-HH share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Protein overlap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Incremental $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33.7%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64.7%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$14.4M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Walmart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41.6%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41.1%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$9.7M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Costco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18.0%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47.6%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$4.2M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Kroger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21.8%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37.6%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$4.2M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Albertsons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11.9%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31.2%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$4.1M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seed_numerator_bts_occasion_2025.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PROGRAMME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Three brands, three occasions, one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Target BTS + FY27  · 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730"/>
                <a:gridCol w="2618768"/>
                <a:gridCol w="2836999"/>
                <a:gridCol w="1418499"/>
                <a:gridCol w="2400537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Occasion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Mechanic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Roundel weight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Success measure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ProteinPeak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Protein-curious adult breakfast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Endcap + sampling, no price discount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Trial index ≥110; repeat ≥1.1x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TrailGrove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Lunchbox and after-school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Feature + multi-buy at capped depth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Units/store/week +15% vs LY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MorningOats cups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Dorm, commuter, single-serve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Circular feature + Target Circle offer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Segment share +50 bps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3502152"/>
            <a:ext cx="10911535" cy="766572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502152"/>
            <a:ext cx="45720" cy="76657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593592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What we are not doing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849624"/>
            <a:ext cx="10600639" cy="309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2B2F38"/>
                </a:solidFill>
                <a:latin typeface="Calibri"/>
              </a:rPr>
              <a:t>No deep price discounting on ProteinPeak. The launch data says this shopper responds to display and sampling, not to depth — and a discount here trains a premium buyer to wait for promotions.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seed_numerator_bts_occasion_2025, seed_proteinpeak_q2_launch, seed_trade_spend_fy25.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PRECEDENT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the April launch window looked like at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Target BTS + FY27  ·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1691"/>
                <a:gridCol w="1745845"/>
                <a:gridCol w="2400537"/>
                <a:gridCol w="1636730"/>
                <a:gridCol w="163673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SKU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Retailer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Event type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Start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End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ProteinPeak Cinnamon Crunch 12oz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Launch + Endcap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2026-04-20 00:00:00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2026-04-20 00:00:00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ProteinPeak Cocoa Almond 12oz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Launch + Endcap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2026-04-20 00:00:00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2026-04-20 00:00:00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ProteinPeak Cinnamon Crunch 12oz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Endcap (4-wk)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2026-04-20 00:00:00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2026-05-17 00:00:00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ProteinPeak Cocoa Almond 12oz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Endcap (4-wk)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2026-04-20 00:00:00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2026-05-17 00:00:00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ProteinPeak Cinnamon Crunch 12oz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Creator Drop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2026-04-20 00:00:00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2026-04-20 00:00:00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seed_proteinpeak_q2_launch.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WHY IT WORKS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Display plus retail media, not price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Target BTS + FY27  ·  6</a:t>
            </a:r>
          </a:p>
        </p:txBody>
      </p:sp>
      <p:pic>
        <p:nvPicPr>
          <p:cNvPr id="7" name="Picture 6" descr="r60_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30058"/>
            <a:ext cx="6492240" cy="23247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17.5 units/store/week at Target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against 9.2 at the Walmart pilot on the same items at the same price.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The difference is the endcap and Roundel support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, not assortment depth.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Target Circle membership overlap is high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in the BTS cohort, which makes Roundel audience targeting unusually efficient in this window.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Read-across: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the BTS programme should replicate the April structure — display plus targeted media plus sampling.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seed_proteinpeak_q2_launch, seed_numerator_bts_occasion_2025.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FY27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Beyond the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Target BTS + FY27  ·  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40233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179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ACME COMMITS FOR FY27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84248"/>
            <a:ext cx="52578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Grow Acme revenue at Target from $68M toward $76M.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Chocolate Almond into the Q1 FY27 assortment following the Q4 line review.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Roundel investment weighted to the protein-curious and BTS audiences.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Crunchwell Pack Refresh planograms ready for the FY27 reset.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No incremental depth on ProteinPeak; growth from display and distribution.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417320"/>
            <a:ext cx="5349240" cy="40233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179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WE ASK TARGET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984248"/>
            <a:ext cx="52578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BTS endcap for ProteinPeak in the July 13 to August 23 window.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Circular feature for TrailGrove and MorningOats cups in weeks 30 and 33.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Chocolate Almond authorisation at the Q4 FY26 line review.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Shelf-space parity for the ProteinPeak line at the FY27 reset.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Joint post-window read on trial, repeat and incremental category dollars.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32704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seed_retailers, seed_innovation_pipeline, seed_concept_test_chocolate_almond.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has to be agreed and by when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Target BTS + FY27  ·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Confirm the BTS endcap and circular positions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Soo-jin Lee / Target buying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Jun 12 (asset lock)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Lock creative and Roundel audiences for all three brands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Wes Okafor / Hugo Lin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Jul 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Authorise Chocolate Almond at the Q4 FY26 line review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Target buying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Q4 FY26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Agree the joint post-window measurement plan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Wes Okafor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Jul 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Read trial, repeat and incremental dollars at window close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Wes Okafor / Maya Chen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Sep 2026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455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window is protein-shaped here. Build for that.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5448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64.7% protein-curious overlap — the highest of any retailer.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Display, sampling and Roundel — no depth on a premium item.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$14.4M of incremental category dollars is the prize.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Target Back-to-School 2026 and the FY27 Plan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