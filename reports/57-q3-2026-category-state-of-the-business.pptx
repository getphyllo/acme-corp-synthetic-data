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CATEGORY STATE OF THE BUSINESS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Q3 FY2026 Category 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Three data sources, three answers, one reconciliation — and the consumer narrative for the back half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Nina Ortega, VP Consumer Insights · executive committee, July 22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reconciliation problem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Category size and growth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Segment winners and losers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Acme share by instrument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Cohort dynamics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Macro trends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consumer narrative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What it means for FY27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reconciliation is the read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The category is growing slowly and unevenly: RTE Cereal total US is up about 1.4% in Q2 QTD while Wellness Protein is up +18.6%. Our three instruments — syndicated retail measurement, household panel and internal POS — disagree on the level of Acme's share by up to two points, and reconciling them is most of the analytical work. The direction, though, is unanimous.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Three instruments, three answers.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Syndicated value share reads Acme at 8.09%; the category database reads 5.7%; internal POS reads differently again. Each is right on its own definition.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The Louisiana category itself is shrinking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at -2.8% — roughly a fifth of our local share story is the pond, not the fish.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Cohort dynamics are the real narrative: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cereal-skipper households are growing and loyal-family is eroding. We are losing breakfast occasions, not brand preference.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GLP-1 sits at 0.81 trend strength with a downward volume direction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the most important structural item on this 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+1.4%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RTE TOTAL US GROWTH, Q2 QTD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+18.6%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WELLNESS PROTEIN GROWTH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-2.8%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LOUISIANA CATEGORY GROWTH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8.09%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ACME SHARE, SYNDICATED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Growth is concentrated in three pockets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3</a:t>
            </a:r>
          </a:p>
        </p:txBody>
      </p:sp>
      <p:pic>
        <p:nvPicPr>
          <p:cNvPr id="7" name="Picture 6" descr="r57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11385"/>
            <a:ext cx="6309360" cy="2507213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3749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6634"/>
                <a:gridCol w="971641"/>
                <a:gridCol w="794979"/>
                <a:gridCol w="706648"/>
                <a:gridCol w="706648"/>
              </a:tblGrid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Segment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Size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Acme share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Plant-Based Milk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$1,640M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+18.8%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Wellness Protein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$840M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+18.3%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Single-Serve Cups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Hot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$560M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+9.8%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7.0%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Granola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$1,880M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+3.3%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8.6%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Family Oat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$1,680M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+2.4%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7.4%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Family Sweet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$2,860M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+1.4%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$8,350M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+1.3%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Kids Sweet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$1,410M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-2.8%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seed_category_market_size, FY2025 US National.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Nationally stable, locally broken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4</a:t>
            </a:r>
          </a:p>
        </p:txBody>
      </p:sp>
      <p:pic>
        <p:nvPicPr>
          <p:cNvPr id="7" name="Picture 6" descr="r57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70565"/>
            <a:ext cx="6492240" cy="26437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Acme national holds at 8.09%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across six quarters — stability, not growth.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Larksfield at 14.10%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and still the share gainer nationally.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Private label at 10.01%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is flat — this is not a trade-down story.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Acme Louisiana at 6.31%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after bottoming at 5.80% — the recovery has started but is a long way from done.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syndicated_weekly, RTE Cereal, quarterly averages.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Occasions, not preference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5</a:t>
            </a:r>
          </a:p>
        </p:txBody>
      </p:sp>
      <p:pic>
        <p:nvPicPr>
          <p:cNvPr id="7" name="Picture 6" descr="r57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80368"/>
            <a:ext cx="6309360" cy="256924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5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627"/>
                <a:gridCol w="883310"/>
                <a:gridCol w="883310"/>
                <a:gridCol w="1148303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Cohort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FY25Q1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FY26Q2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cereal-skipper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18.3%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20.8%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loyal-family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47.9%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46.6%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Eroding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price-shopper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22.2%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22.8%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protein-returner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13.1%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kantar_worldpanel_cohort, US-NAT.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MACRO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Nine trends, ranked by 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1418499"/>
                <a:gridCol w="1527614"/>
                <a:gridCol w="2073191"/>
                <a:gridCol w="2618768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Trend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Phase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Categories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High-protein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TikTok Shop grocery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0.86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Emerging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All Categories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Plant-based milk barista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Plant-Based Milk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Cinnamon flavor renaissance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Cereal+Granola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GLP-1 / Ozempic appetite shift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Down (volume impact)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Cereal+Bar+Hot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Sustainable packaging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All Categories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Limited-time offers (LTO) acceleration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Cereal+Granola+Bar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Wellness-Hero pillar consolidation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Cereal+Bar+Plant-Based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On-the-go single-serve breakfast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Growth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RTE Cereal+Hot Cereal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5102352"/>
            <a:ext cx="10911535" cy="766572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102352"/>
            <a:ext cx="45720" cy="766572"/>
          </a:xfrm>
          <a:prstGeom prst="rect">
            <a:avLst/>
          </a:prstGeom>
          <a:solidFill>
            <a:srgbClr val="B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193792"/>
            <a:ext cx="10600639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1F2A44"/>
                </a:solidFill>
                <a:latin typeface="Calibri"/>
              </a:rPr>
              <a:t>The one to plan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5449824"/>
            <a:ext cx="10600639" cy="3093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2B2F38"/>
                </a:solidFill>
                <a:latin typeface="Calibri"/>
              </a:rPr>
              <a:t>GLP-1 appetite shift at 0.81 strength with a downward volume direction is the trend most likely to change the shape of the category by FY29. It argues for smaller packs, higher protein and premium price-per-serving — all three of which are in the FY27 plan.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78652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seed_macro_trends, ranked by strength.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consumer story for the back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7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Breakfast is being skipped, not switched — cereal-skipper penetration is up 2.5 points.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Protein is the permission structure for the occasion to come back.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Chocolate and cinnamon are the flavour cues with momentum (0.81 cinnamon trend).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Value-seeking is stable; this is not a recession story.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Kids' cereal is structurally pressured by parent guilt, not by price.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IT MEANS FOR FY27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Fund protein and single-serve; both answer the occasion problem directly.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Reposition Crunchwell on relevance, not on value or heritage.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Harvest Kids Sweet rather than relaunching it.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Plan pack architecture for smaller portions and higher price-per-serving.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Treat Louisiana as an execution recovery, not a consumer-preference problem.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kantar_worldpanel_cohort, seed_macro_trends, seed_category_market_size, brand_equity_quarterly.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executive committee is asked to take from this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Q3 FY26 category SOB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Adopt the occasion-loss narrative as the FY27 planning frame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Executive committee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Publish one reconciled share number per brand per month with the instrument named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Nina Ortega / Jordan Hsu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August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Fund protein and single-serve ahead of family-size volume in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VP Brand / CFO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FY27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Add a GLP-1 sensitivity to the FY27–FY29 long-range plan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Strategy / FP&amp;A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Q4 FY26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Recut the tracker and panel by cohort every wave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Jordan Hsu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Next wave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910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People are not switching away from us. They are skipping breakfast.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0616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Cereal-skipper households up 2.5 points in six quarters.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Protein and single-serve are the answers we already own.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One reconciled share number, published monthly.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Q3 FY2026 Category Read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