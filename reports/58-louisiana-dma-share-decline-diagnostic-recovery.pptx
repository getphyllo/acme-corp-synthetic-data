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DIAGNOSTIC &amp; RECOVERY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Crunchwell Louisiana — What Happened and What We Do About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Five hypotheses, one attribution, and a three-leg recovery plan with named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Jordan Hsu (diagnostic) with Marcus Boudreaux (recovery)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number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National versus Louisiana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Channel and distribution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Walmart shelf audit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05656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233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42816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Rouses door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Five hypotheses, one attribution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three-leg recovery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Leading indicators to watch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340 basis points, five causes, one dominant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3921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Crunchwell's Louisiana share fell from about 6.4% at the Mass/Grocery peak to 3.0% in Q1 FY2026 — 340 basis points — against a flat national trend. The value-weighted all-channel cut reads milder (6.10% to 3.97%) in the same direction. Root cause is now attributed across five hypotheses, with the September 2025 Walmart modular reset accounting for roughly 55% of it. The recovery plan has three legs and is funded.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28950"/>
            <a:ext cx="6492240" cy="3024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signal existed before the alarm.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Q4 2025 was already down; the quarter-level read was three months ahead of the escalation.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Louisiana share bottomed at 3.97% in 2026-Q1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and has recovered to 4.16% — roughly a third of the loss, no more.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Attribution: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Walmart facing reset ~55%, Larksfield promo intensity ~20%, Hurricane Tonya supply ~12%, private label ~8%, Hispanic-shopper mix ~5%.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category shrank too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Louisiana RTE is −2.8% — so roughly a fifth of the story is the pond, not the fish.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−340 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CANONICAL PEAK-TO-TROUGH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ATTRIBUTED TO THE WALMART RESET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WORST DOOR OSA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2.2x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ROI ON THE LA MEDIA LEG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A local break against a flat national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3</a:t>
            </a:r>
          </a:p>
        </p:txBody>
      </p:sp>
      <p:pic>
        <p:nvPicPr>
          <p:cNvPr id="7" name="Picture 6" descr="r58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0565"/>
            <a:ext cx="6492240" cy="26437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Crunchwell Louisiana 6.10% → 3.97% → 4.16%.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National held at about 5.97%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through the same period — this is not a franchise problem.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Larksfield held roughly 14.2% locally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while taking our displaced volume through endcap presence rather than share-of-shelf gains.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The canonical headline is the Mass/Grocery peak-to-trough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: 6.4% → 3.0%. Both cuts are shown so the numbers reconcile across documents.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syndicated_weekly (LA-DMA vs ex-LA), docs/louisiana-decline.md canonical headline.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CHANNEL &amp; SHELF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Grocery and E-commerce fell hardest; facings fell with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4</a:t>
            </a:r>
          </a:p>
        </p:txBody>
      </p:sp>
      <p:pic>
        <p:nvPicPr>
          <p:cNvPr id="7" name="Picture 6" descr="r58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2712"/>
            <a:ext cx="6309360" cy="242455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4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972"/>
                <a:gridCol w="839144"/>
                <a:gridCol w="839144"/>
                <a:gridCol w="883310"/>
                <a:gridCol w="79497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Quarter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ACV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TDP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 facings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Promo share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2025-Q3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83.6%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31.0%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2025-Q4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84.7%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5.48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29.3%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2026-Q1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83.6%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5.42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31.1%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2026-Q2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83.6%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5.28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28.6%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syndicated_weekly, LA-DMA, RTE Cereal.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WALMART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shelf tells the story better than the share number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1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076"/>
                <a:gridCol w="1200268"/>
                <a:gridCol w="1854960"/>
                <a:gridCol w="1636730"/>
                <a:gridCol w="1636730"/>
                <a:gridCol w="1418499"/>
                <a:gridCol w="1200268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Stores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Larksfield endcaps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Acme endcaps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CW Mega facings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F&amp;H facings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Mega OOS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Baton Rouge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5.64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Burbank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2.50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0.38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4.50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5.63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Lafayette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Slidell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Shreveport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Monroe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Alexandria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Lake Charles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2.67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All other LA cities (9)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2.41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1023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02352"/>
            <a:ext cx="45720" cy="766572"/>
          </a:xfrm>
          <a:prstGeom prst="rect">
            <a:avLst/>
          </a:prstGeom>
          <a:solidFill>
            <a:srgbClr val="B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937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The mechanism, in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4498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Larksfield averages more than two endcaps per store to Acme's fraction of one, and Field &amp; Honey holds more facings than Crunchwell Mega in every audited city. The reset did not just cut our facings — it handed the display to the competitor.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78652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seed_walmart_endcap_audit_la, 62 audited stores.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ROUSES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Fifteen doors, and the pattern is the same in all of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1745845"/>
                <a:gridCol w="1309384"/>
                <a:gridCol w="1745845"/>
                <a:gridCol w="1745845"/>
                <a:gridCol w="109115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SKU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OSA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Q1 OOS days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Promo response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Larksfield endcap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Baton Rouge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Houma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Thibodaux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Baton Rouge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Metairie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Slidell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Lafayette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Original Mega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New Orleans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seed_rouses_oos_by_door.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Five hypotheses tested, one dominant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7</a:t>
            </a:r>
          </a:p>
        </p:txBody>
      </p:sp>
      <p:pic>
        <p:nvPicPr>
          <p:cNvPr id="7" name="Picture 6" descr="r58_attr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5006"/>
            <a:ext cx="6492240" cy="24948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H1 — Walmart modular reset (Sep 2025):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Crunchwell Mega cut from 8 facings to 6. The largest single driver at ~55%.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H2 — Larksfield promo intensity at Rouses: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~20%, and the endcap audit shows the mechanism.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H3 — Hurricane Tonya supply: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~12%. Houston-DC fill fell to about 52% and OSA has still not fully recovered at door level.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H4/H5 — private label and Hispanic-shopper mix: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~8% and ~5%. Both real, both slow-moving; neither can explain an eight-week break.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seed_walmart_endcap_audit_la, seed_rouses_oos_by_door, shipments, syndicated_weekly, seed_geographies.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RECOVERY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Three legs, named owners, measurable in 12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499"/>
                <a:gridCol w="3709921"/>
                <a:gridCol w="1527614"/>
                <a:gridCol w="2073191"/>
                <a:gridCol w="2182307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Leg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Investment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12-week measure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 · Shelf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Restore Crunchwell Mega to 8 facings at Walmart LA; win one endcap per supercenter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Line-review ask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Facings ≥7.5 avg; 1+ endcap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 · Availability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Third-party merchandising in the 14 worst doors; Rouses OSA recovery programme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≈$0.4M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Customer Logistics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OSA ≥90% in audited doors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 · Demand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 retail-media injection plus targeted Rouses trade at capped depth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≈$1.1M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Tasha Brooks / NAM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 share ≥4.0%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recovery plan as funded; ROI on the media leg is 2.2x portfolio average per seed_retail_media_spend_q1_2026.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EARLY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Birmingham and Memphis are the next two dominoes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691"/>
                <a:gridCol w="1745845"/>
                <a:gridCol w="1745845"/>
                <a:gridCol w="1527614"/>
                <a:gridCol w="2400537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bps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Louisiana DMA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-340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Battlefield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New Orleans-Metairie MSA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-210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Battlefield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Baton Rouge MSA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-160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Battlefield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Lafayette LA MSA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-70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Southeast US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Under-indexed 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Mississippi DMA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-40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Texas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Mid-strong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Birmingham-Tuscaloosa-An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-30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Leading-indicato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1023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02352"/>
            <a:ext cx="45720" cy="76657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937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Do not wait for the alarm again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4498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Birmingham (−30 bps) and Memphis (−30 bps) show the same early pattern Louisiana showed in Q4 2025. Weekly facing and OSA monitoring in both DMAs costs almost nothing and buys a quarter of warning.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78652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seed_geographies.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we need agreed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LA diagnostic  ·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Take the facing restoration (6 → 8 on Mega) into the Walmart August line review as a non-negotiable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Aug line review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Fund third-party merchandising in the 14 worst doors for 12 weeks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Customer Logistics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 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Release the LA retail-media injection at 2.2x portfolio ROI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Tasha Brooks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Aug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Stand up weekly facing and OSA monitoring in Birmingham and Memphis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Jordan Hsu / Marcus Boudreaux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Aug 15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Re-read share, facings and OSA at week 12 and decide whether leg 3 scales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Jordan Hsu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Late October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We lost the shelf, then we lost the shopper.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340 bps, and 55% of it was a facing decision we did not contest.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Three legs: shelf, availability, demand — in that order.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Birmingham and Memphis are showing the same pattern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Crunchwell Louisiana — What Happened and What We Do About It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