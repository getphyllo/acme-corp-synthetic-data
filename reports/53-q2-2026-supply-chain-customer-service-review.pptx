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SUPPLY CHAIN &amp; CUSTOMER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Q2 FY2026 Service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Fill, OTIF, on-shelf availability and what the storm taught us about recovery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VP Supply Chain with Customer Logistics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Service scorecard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storm and the recovery curve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DC-level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Cut reasons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On-shelf availability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Rouses problem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Q3 risks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Warehouse fixed. Shelf not fixed.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Service is back to normal: 94.7% fill and 93.9% OTIF in the latest month, against the ~52% storm trough in November 2025. The residual problem is not warehouse fill — it is on-shelf availability at specific Louisiana doors, where OSA in the high 50s and low 60s persists months after supply recovered. That is an execution problem, not a supply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Warehouse service is fixed.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Fill and OTIF are at pre-storm levels across every DC.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Store-level availability is not.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7 audited Rouses doors sit below 70% OSA on Crunchwell Original Mega, with up to 21 out-of-stock days in Q1.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Every low-OSA door has a Larksfield endcap.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Empty shelf plus competitor display is how a supply event becomes a share event.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Q3 constraint: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the Pack Refresh changeover in weeks 33–35, which we are protecting at the cost of base-SKU 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94.7%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FILL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93.9%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ON-TIME IN 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WORST ROUSES DOOR OSA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OOS DAYS, WORST DOOR, Q1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two-quarter recovery from a two-week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5B6472"/>
                </a:solidFill>
                <a:latin typeface="Calibri"/>
              </a:rPr>
              <a:t>The November trough is Hurricane Tonya. The shape of the recovery — not the depth of the trough — is the thing worth fixing.</a:t>
            </a:r>
          </a:p>
        </p:txBody>
      </p:sp>
      <p:pic>
        <p:nvPicPr>
          <p:cNvPr id="8" name="Picture 7" descr="r53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79" y="1743456"/>
            <a:ext cx="9636936" cy="37886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shipments, monthly averages of Fill_Rate_Pct and On_Time_Pct.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BY 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Lowest-performing retailer DCs, calendar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306"/>
                <a:gridCol w="1964076"/>
                <a:gridCol w="1964076"/>
                <a:gridCol w="19640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Retailer DC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Fill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OTIF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 lines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Costco Chicago DC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Brookshire's Tyler DC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 Chicago DC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93.9%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CVS Indianapolis DC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93.7%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Wegmans Pottsville DC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91.4%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Target Houston DC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Publix Atlanta DC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Winn-Dixie Hammond DC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91.8%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shipments, 2026 year-to-date, ranked by fill rate ascending.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CUT REASONS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Storm, production lag and quality hold — in that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5</a:t>
            </a:r>
          </a:p>
        </p:txBody>
      </p:sp>
      <p:pic>
        <p:nvPicPr>
          <p:cNvPr id="7" name="Picture 6" descr="r53_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951"/>
                <a:gridCol w="1280800"/>
                <a:gridCol w="1280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Cut reason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Units cut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Fill on those lines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No cut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490.9K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94.9%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Storm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192.8K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53.7%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Production_Lag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17.7K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Quality_Hold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10.1K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Launch_Allocation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6.6K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shipments, Cut_Reason.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ON SHELF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Banner-level OSA and planogram compliance,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2182307"/>
                <a:gridCol w="2836999"/>
                <a:gridCol w="2182307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Banner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Planogram compliance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Avg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96.5%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5.59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Sprouts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96.9%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5.67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Walmart.com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Kroger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5.96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Whole Foods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4.81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Amazon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5.16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Target.com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97.1%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5.80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Averages hide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Banner averages sit in the mid-90s. The Louisiana door-level audit shows OSA in the 58–70% range on the exact SKUs losing share. Store-level, not banner-level, is the unit of management 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perfect_store, 2026 year-to-date.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ROUSES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Door-level audit: empty shelf next to a competitor endcap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170"/>
                <a:gridCol w="1647024"/>
                <a:gridCol w="1235268"/>
                <a:gridCol w="1647024"/>
                <a:gridCol w="1441146"/>
                <a:gridCol w="185290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Q1 OOS days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Promo lift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Larksfield endcap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Houma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Thibodaux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Metairie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Slidell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Lafayette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New Orleans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Rouses-LA-Total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seed_rouses_oos_by_door, audited doors.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Q3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could break service in the back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2618768"/>
                <a:gridCol w="3928152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Impact if it lands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Pack Refresh changeover, weeks 33–35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Base-SKU fill dips 3–5 points for two weeks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Pre-build hero SKUs in week 31–32; communicate to top-10 customers in advance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VP Supply Chain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ProteinPeak full-line authorisation at Walmart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Launch allocation cuts spread to base protein SKUs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Pre-agreed allocation rule with the brand team; capacity booked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Supply Chain / Sage Park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Louisiana store execution does not improve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Recovery plan under-delivers even with supply fixed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Weekly door-level OSA reporting; third-party merchandising in the 14 worst doors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2026 hurricane season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Repeat of the November 2025 pattern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Pre-positioned inventory at Houston and Tyler from week 32; alternate DC routing agreed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VP Supply Chain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shipments, seed_rouses_oos_by_door, seed_innovation_pipeline.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Four things out of this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supply chain  ·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Fund third-party merchandising in the 14 worst Louisiana doors for 12 weeks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Pre-build Pack Refresh hero SKUs in weeks 31–32 to protect base fill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Supply Chain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31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Move OSA reporting from banner to door level for the top-100 Acme volume stores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Customer Logistics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Sep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Pre-position Louisiana inventory ahead of the 2026 hurricane season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Supply Chain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warehouse is fixed. The shelf is where the money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Fill and OTIF are back to normal service levels.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Fourteen Louisiana doors are still below 70% OSA.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Every one of them has a Larksfield endcap.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FY2026 Service Review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