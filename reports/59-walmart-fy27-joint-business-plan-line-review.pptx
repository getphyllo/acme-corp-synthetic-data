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JOINT BUSINESS PLAN · FY2027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Walmart FY2027 Joint Business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Category growth, the modular ask, and the protein gap we need to close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Marcus Boudreaux, Director Sales South, with the Walmart team · August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partnership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Where we are against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protein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Louisiana modular issue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Trade productivity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Our FY27 proposal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Innovation calendar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joint scorecard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Two fixes and one growth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Walmart is $184M of Acme revenue at 21.4% ACV weight — our largest customer by a factor of two. Q1 ran -5.3% to plan, in line with the portfolio. Two things need fixing jointly in FY27: our Wellness Protein position at Walmart (5.2% share against 18.4% at Target on the same items), and the Louisiana modular that cut Crunchwell Mega facings.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protein gap is the growth story.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Same products, same price, 18.4% share at Target versus 5.2% here. Closing half of it is worth roughly $9M of retail sales.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Louisiana modular cost both of us.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Crunchwell Mega went from 8 facings to 6 in the September 2025 reset; category dollars in the DMA are down 2.8%.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Trade productivity: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3 Q1 events, $2.5M of spend at an index of 0.57. We are proposing fewer, deeper, better-timed events for FY27.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Back-to-school works here: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$9.7M of incremental category dollars in the 2025 window at 41.6% kids-household cereal share — the highest of any retailer.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$184M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ACME REVENUE AT WALMART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21.4%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ACV 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5.2%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ACME WELLNESS PROTEIN SHARE AT WALMART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18.4%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THE SAME NUMBER AT 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same items perform three times better one retailer 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3</a:t>
            </a:r>
          </a:p>
        </p:txBody>
      </p:sp>
      <p:pic>
        <p:nvPicPr>
          <p:cNvPr id="7" name="Picture 6" descr="r59_prote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5006"/>
            <a:ext cx="6492240" cy="24948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5.2% at Walmart against 18.4% at Target.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Identical assortment, identical shelf price.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Walmart's Wellness Protein segment grew +12.0%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the demand is here; the assortment and the merchandising are not.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ProteinPeak velocity is 9.2 units/store/week here versus 17.5 at Target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with an endcap and Roundel support.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The ask is assortment plus one merchandising event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, not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seed_category_market_size retailer cuts, seed_proteinpeak_q2_launch velocities.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MODULAR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the September reset did in Louisiana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1636730"/>
                <a:gridCol w="2182307"/>
                <a:gridCol w="1964076"/>
                <a:gridCol w="1745845"/>
                <a:gridCol w="1200268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Stores audited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Crunchwell Mega facings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Field &amp; Honey facings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Larksfield endcaps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Mega OOS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Baton Rouge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5.64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Burbank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5.63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Lafayette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Shreveport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2.25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Slidell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Lake Charles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2.67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Metairie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Monroe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All other LA cities (9)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2.41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45720" cy="76657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The joint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Louisiana RTE category dollars are down 2.8% and Crunchwell share is down 340 bps. Restoring Mega to 8 facings and one endcap per supercenter rebuilds category dollars, not just our share — which is why we are bringing it as a joint ask rather than a supplier complaint.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seed_walmart_endcap_audit_la, seed_category_market_size (Louisiana DMA).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Fewer, better events in FY27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5</a:t>
            </a:r>
          </a:p>
        </p:txBody>
      </p:sp>
      <p:pic>
        <p:nvPicPr>
          <p:cNvPr id="7" name="Picture 6" descr="r59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57409"/>
            <a:ext cx="6309360" cy="221516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951"/>
                <a:gridCol w="1280800"/>
                <a:gridCol w="1280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FY27 proposal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$2.5M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Average depth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29.5% (FY25 Crunchwell)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≤20% on Mega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Incrementality index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≥0.60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Feature-and-display weight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+30%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seed_trade_promo_events_q1_2026, seed_trade_spend_fy25. FY27 column is the proposal.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FY27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we bring and what we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0233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ACME BRINGS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ProteinPeak full-line support: endcap creative, sampling and Walmart Connect weight at the ratio-1.20 platform.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Crunchwell Pack Refresh (Aug 15 2026) with modular-ready planograms and pre-built inventory.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Chocolate Almond as a Q1 FY27 exclusive-window opportunity.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Trade calendar rebuilt to a 0.60 incrementality floor — fewer, better events.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Back-to-school programme scaled to the 41.6% kids-household share this account owns.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417320"/>
            <a:ext cx="5349240" cy="40233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WE ASK WALMART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Crunchwell Mega restored to 8 facings in the Louisiana DMA modular.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One endcap per Louisiana supercenter in two windows.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Full ProteinPeak line authorisation, including Cinnamon Crunch and Cocoa Almond.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Joint OSA programme for the 14 lowest-performing Louisiana doors.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Early visibility of the FY27 modular calendar so we can pre-build.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seed_walmart_endcap_audit_la, seed_innovation_pipeline, seed_numerator_bts_occasion_2025, seed_retail_media_spend_q1_2026.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joint measures we will review quarterly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1964076"/>
                <a:gridCol w="1964076"/>
                <a:gridCol w="32734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FY27 target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Acme revenue at Walmart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$184M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$196M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Acme Wellness Protein share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≥9%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Sage Park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Crunchwell Mega facings, LA DMA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4.1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Walmart merchandising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Louisiana Crunchwell share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≥4.5%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Joint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incrementality index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≥0.60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Finance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OSA, 14 focus doors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74% (proxy)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≥90%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Joint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seed_retailers, seed_category_market_size, seed_walmart_endcap_audit_la, seed_trade_promo_events_q1_2026. Targets are the FY27 proposal.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Five decisions for the August line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Walmart FY27 JBP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Restore Crunchwell Mega to 8 facings in the Louisiana modular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Walmart merchandising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Aug line review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Authorise the full ProteinPeak line including PP005 and PP006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Walmart buying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Aug line review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Agree one endcap per Louisiana supercenter across two windows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Joint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Q3–Q4 FY26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FY27 trade calendar at a 0.60 incrementality floor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Joint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Sep 2026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Stand up the joint OSA programme in the 14 focus doors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Joint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 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910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Same products, three times the share one retailer 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0616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18.4% at Target versus 5.2% here.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Eight facings on Mega rebuilds category dollars in Louisiana, not just our share.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Fewer, better trade events on both sides of the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FY2027 Joint Business Plan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