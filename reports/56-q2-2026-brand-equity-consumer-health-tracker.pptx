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BRAND EQUITY &amp; CONSUMER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Q2 FY2026 Tracker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Six waves of equity data across the portfolio, and the one attribute that explains the Crunchwell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Nina Ortega, VP Consumer Insights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What the tracker is telling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Crunchwell national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Crunchwell Louisiana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ProteinPeak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Competitive: Field &amp; Honey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NPS and awareness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Social sentiment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Cohort penetration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One finding matters more than the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92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Across six waves, Crunchwell's Relevance fell from 68.6 to 62.7 while Trust rose from 72.3 to 72.9. That is the single most important finding in the tracker: the brand is credible and increasingly irrelevant. ProteinPeak shows the opposite profile, and Field &amp; Honey is gaining on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4891"/>
            <a:ext cx="6492240" cy="348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Relevance, not Trust.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Every diagnostic points the same way: consumers believe in Crunchwell and do not think it is for them.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Modernity at 48.8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is the weakest attribute in the set. The Pack Refresh is the direct intervention.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Louisiana is worse than national on every attribute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Relevance at 58.6 versus 62.7 nationally.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ProteinPeak's profile is inverted: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Relevance 76.2 and Modernity 79.0, both above Crunchwell.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-5.9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CRUNCHWELL RELEVANCE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+0.6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CRUNCHWELL TRUST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6.5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NPS, LATEST WAVE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AIDED 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CRUNCHWELL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Six waves, five attributes, one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3</a:t>
            </a:r>
          </a:p>
        </p:txBody>
      </p:sp>
      <p:pic>
        <p:nvPicPr>
          <p:cNvPr id="7" name="Picture 6" descr="r56_c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9848"/>
            <a:ext cx="6309360" cy="263028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627"/>
                <a:gridCol w="971641"/>
                <a:gridCol w="971641"/>
                <a:gridCol w="97164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FY25Q1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FY26Q2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pp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Relevance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68.6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62.7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-5.9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72.3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72.9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+0.6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Taste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74.4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73.2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-1.2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69.3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70.3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Modernity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51.0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48.8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-2.2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brand_equity_quarterly, Crunchwell US-NAT.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LOUISIANA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share loss shows up in the equity data too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4</a:t>
            </a:r>
          </a:p>
        </p:txBody>
      </p:sp>
      <p:pic>
        <p:nvPicPr>
          <p:cNvPr id="7" name="Picture 6" descr="r56_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9801"/>
            <a:ext cx="6492240" cy="26252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Relevance 58.6 in Louisiana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against 62.7 nationally.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Trust holds locally at 67.4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the franchise is not damaged, the presence is.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Reading it with the distribution data: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eight weeks of empty shelf next to a Larksfield endcap is a relevance event as much as an availability event.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Implication for the recovery plan: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facings and OSA first, then message. Message into an empty shelf is wasted.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brand_equity_quarterly (LA-DMA vs US-NAT), seed_rouses_oos_by_door.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One brand building, one competitor building faster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5</a:t>
            </a:r>
          </a:p>
        </p:txBody>
      </p:sp>
      <p:pic>
        <p:nvPicPr>
          <p:cNvPr id="7" name="Picture 6" descr="r56_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9034"/>
            <a:ext cx="5394960" cy="2106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3207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ProteinPeak: Relevance 76.2, Modernity 79.0 — the profile of a brand people want to be seen buying.</a:t>
            </a:r>
          </a:p>
        </p:txBody>
      </p:sp>
      <p:pic>
        <p:nvPicPr>
          <p:cNvPr id="9" name="Picture 8" descr="r56_f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79034"/>
            <a:ext cx="5394960" cy="21067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443207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Field &amp; Honey: Relevance 80.9 and rising. The aggressor is winning the attribute we are losing.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brand_equity_quarterly.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CONSUMER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NPS, awareness, taste and price sensitivity by wave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3428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1745845"/>
                <a:gridCol w="2618768"/>
                <a:gridCol w="2182307"/>
                <a:gridCol w="2182307"/>
              </a:tblGrid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Wave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NPS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Aided awareness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Taste (1–5)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Price sensitivity (1–5)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2024Q1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2024Q2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82.9%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2024Q3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2024Q4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82.6%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2025Q1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81.3%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2025Q2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3.64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2025Q3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82.4%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2025Q4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6.43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6.51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6.54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81.9%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3.53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49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49"/>
            <a:ext cx="45720" cy="76657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89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Awareness is not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1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Aided awareness runs around 82% and NPS is flat at about 6.5. Price sensitivity is stable. We are not short of awareness, affection or affordability — we are short of relevance.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49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brand_health (n=16,500 responses across waves).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Conversation confirms the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7</a:t>
            </a:r>
          </a:p>
        </p:txBody>
      </p:sp>
      <p:pic>
        <p:nvPicPr>
          <p:cNvPr id="7" name="Picture 6" descr="r56_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2712"/>
            <a:ext cx="6309360" cy="242455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3749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627"/>
                <a:gridCol w="971641"/>
                <a:gridCol w="971641"/>
                <a:gridCol w="971641"/>
              </a:tblGrid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Mentions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Sentiment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496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+0.44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562.1M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Crunchwell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316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-0.11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269.3M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Cheerios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243.9M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Kashi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+0.10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199.7M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Oatly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+0.20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205.6M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MorningOats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+0.10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180.1M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RXBAR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199.1M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Great Value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+0.15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198.4M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social_mentions, calendar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insights team is asking the business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equity tracker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Adopt Relevance and Modernity as reported KPIs on the Crunchwell scorecard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Nina Ortega / Cory Whitman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Sequence the Louisiana recovery as availability first, message second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Brief the FY27 Crunchwell platform against Relevance, not Trust or value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Jul 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Add Field &amp; Honey to the standing competitive tracker read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Comp Intel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Q3 FY26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Recut the tracker by the four Kantar cohorts each wave, not just nationally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Jordan Hsu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Next wave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Trusted, liked, affordable — and not for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Relevance −5.9 pp; Trust +0.6 pp.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Louisiana is worse on every attribute except Trust.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The Pack Refresh and the platform both aim at the right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FY2026 Tracker Read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