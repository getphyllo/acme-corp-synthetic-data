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LONG-RANGE PLAN · FY27–FY29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Acme Corp Three-Year Strategic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From a flat cereal franchise to a portfolio weighted toward where the category is actually growing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CEO Gregory Whitfield &amp; Strategy · executive committee review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strategic problem in one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Three-year financial frame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Portfolio: where we play by FY29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Bet 1 — win Wellness Protein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Bet 2 — stabilise the Crunchwell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Bet 3 — better-for-you adjacency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Bet 4 — commercial efficiency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we stop doing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Milestones and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three-year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3921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Acme is the #4 US RTE cereal player with a $812M FY25 base growing ~5% and a portfolio weighted three-quarters into segments growing 1% or less. The three-year job is not to grow the existing mix faster — it is to change the mix. The plan takes net revenue to $880M in FY27, $950M in FY28 and ~$1.02B in FY29, with nearly a third of that revenue in double-digit-growth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28950"/>
            <a:ext cx="6492240" cy="3024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category is not the problem.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RTE Cereal total US grew +1.3% to $8.35B; Wellness Protein grew +18.3% to $3M. We are under-weight in the only pockets that compound.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Crunchwell is 38% of revenue and flat for six quarters.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Stabilising it — not reviving it to growth — is the realistic FY27–FY29 commitment (Report 47).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Protein is the engine: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ProteinPeak $48M FY25 → $100M FY27 → $150M FY29 target, taking Acme's Wellness Protein share from 7.6% toward the mid-teens.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Efficiency funds the transition: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trade incrementality 0.52 → 0.65 and retail-media ratio 0.65 → 1.00 over three years release the money for it.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All FY27–FY29 figures are targets and commitments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, not forecasts.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$1.02B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FY29 REVENUE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EBITDA MARGIN BY FY28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FY29 REVENUE IN HIGH-GROWTH SEGMENTS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PROTEINPEAK FY29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FINANCIAL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Growth reaccelerates as mix shifts; margin steps to 16% in FY28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3</a:t>
            </a:r>
          </a:p>
        </p:txBody>
      </p:sp>
      <p:pic>
        <p:nvPicPr>
          <p:cNvPr id="7" name="Picture 6" descr="r43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89441"/>
            <a:ext cx="5394960" cy="2085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2167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FY26 is the transition year on the $63.7M/month plan basis. The step-up comes with a full year of protein plus the Pack Refresh.</a:t>
            </a:r>
          </a:p>
        </p:txBody>
      </p:sp>
      <p:pic>
        <p:nvPicPr>
          <p:cNvPr id="9" name="Picture 8" descr="r43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88524"/>
            <a:ext cx="5394960" cy="20877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442258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The 16% FY28 commitment is unchanged from the board plan; FY29 holds it while revenue grows.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FY25 actual and the FY26 plan basis per FACTS.md; FY27–FY29 are the targets set in the FY27 AOP (Report 14) and the long-range plan (Report 15).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mix shift is the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4</a:t>
            </a:r>
          </a:p>
        </p:txBody>
      </p:sp>
      <p:pic>
        <p:nvPicPr>
          <p:cNvPr id="7" name="Picture 6" descr="r43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0963"/>
            <a:ext cx="6492240" cy="21029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Cereal core holds flat then drifts down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deliberately, from $406M to $400M. We stop funding volume in Kids Sweet (−2.8% segment) and reinvest.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High-growth nearly triples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from $110M to $300M, driven by ProteinPeak and RootDay in segments growing +18%.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Better-for-you grows modestly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on distribution, not innovation spend.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By FY29, 29% of revenue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sits in double-digit-growth segments against 14%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Planning estimate. FY25 base from seeds/skus.csv brand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BET 1 · PROTEIN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Win the segment that compounds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5</a:t>
            </a:r>
          </a:p>
        </p:txBody>
      </p:sp>
      <p:pic>
        <p:nvPicPr>
          <p:cNvPr id="7" name="Picture 6" descr="r43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1385"/>
            <a:ext cx="6309360" cy="250721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613"/>
                <a:gridCol w="1192469"/>
                <a:gridCol w="119246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FY29 target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Wellness Protein segment size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$1.45B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Acme share of segment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≈14%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revenue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$150M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SKUs in market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Retailers with full 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Target, Amazon, WFM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+Walmart, Kroger, Costco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seed_category_market_size, seeds/skus.csv. FY29 column is a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BETS 2 &amp;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Hold the core, extend the adjacency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BET 2 — STABILISE CRUNCHWELL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Relevance, not Trust: equity work targets Relevance 62.7 → 67 by FY29 (Report 46).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Pack Refresh (Aug 2026, $28M year-1) then Mega Family Pack and Maiz Crunch.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Louisiana back to 4.5%+ share; Birmingham and Memphis defended before they break.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Trade rate down from 25.6% of gross toward 22% without losing base volume.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BET 3 — BETTER-FOR-YOU ADJACENCY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RootDay rides oat milk +18.8%: single-serve carton and coffee creamer concepts.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TrailGrove granola/bars distribution build — the cheapest volume in the portfolio.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MorningOats single-serve cups (+9.8% segment) as the convenience play.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 new categories outside cereal, oats, granola and plant-based milk through FY29.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brand_equity_quarterly, seed_innovation_pipeline, seed_category_market_size.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WHAT WE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years of discipline means a stop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3491691"/>
                <a:gridCol w="1527614"/>
                <a:gridCol w="218230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Stop / exit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Freed resource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Coconut Blend, HoneyNest Granola Crunch, HoneyNest Cookie Dough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Sub-scale, low velocity, negative contribution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Q3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≈$1.5M trade + shelf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Linear TV as Crunchwell's dominant channel ($24M/yr)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Reach without relevance; CTV and retail media out-perform on modelled incrementality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≈$8M to reallocate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Amazon Ads at current weight (ratio 0.40)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Lowest incremental return of the four retail-media platforms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H2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≈$0.7M immediately, more in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Kids Sweet innovation beyond LTOs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Segment is −2.8% and structurally pressured by mom-guilt trend (0.68)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FY27 plan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R&amp;D capacity to protein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seed_innovation_pipeline (Discontinue), seed_marketing_spend, seed_retail_media_spend_q1_2026, seed_macro_trends.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How the executive committee holds this plan to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FY27–FY29 LRP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FY27–FY29 frame: $880M FY27 → ~$1.02B FY29 at 16% margin, and the mix-shift 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Executive committee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Gate 1 — Pack Refresh in market and Louisiana above 4.0% share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Gate 2 — ProteinPeak above $100M run-rate with full Walmart and Kroger distribution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Sage Park / 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Gate 3 — portfolio trade incrementality above 0.60 and retail-media ratio above 0.85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RGM Lead / Tasha Brooks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FY28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Annual re-baseline of the LRP against the AOP each July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Strategy / FP&amp;A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Every July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Change the mix, or run harder for the same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The cereal core is defended, not grown.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Nearly a third of the company sits in high-growth segments by FY29.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$880M FY27, ~$1.02B FY29 and 16% margin are the commitments; the mix shift is how they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Three-Year Strategic Plan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