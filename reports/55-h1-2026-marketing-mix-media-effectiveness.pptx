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MARKETING MIX &amp; MEDIA EFFECTIVENESS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H1 FY2026 Media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81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What the mix model and the retail-media incrementality work say we should stop, start and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Hugo Lin, Director — Performance Marketing, with the CMO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H1 FY26 media read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headline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Spend by period and brand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Retail-media incrementality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Platform-reported versus modelled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Two brands, two mixes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Creator and social signal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H2 reallocation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average is fine. The distribution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H1 FY26 media read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Q1 retail media spent $4.2M and returned $2.73M of modelled incremental revenue — $0.65 per dollar. The average hides everything that matters: Walmart Connect returns 1.20 while Amazon Ads returns 0.40 on more than twice the spend. The recommendation is a $700K in-quarter reallocation and a structural mix shift for FY27.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Amazon Ads is $2.4M of the $4.2M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at a modelled ratio of 0.40. It is the single largest efficiency leak we have.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Platform-reported ROAS is not the measure.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Amazon reports positive ROAS on the same spend our incrementality model marks as substantially cannibalised.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Crunchwell and ProteinPeak run opposite mixes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TV-led versus creator-led — and the creator-led brand is the one growing.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Social sentiment tracks the mix: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ProteinPeak +0.44 versus Crunchwell -0.11.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$0.65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MODELLED INCREMENTAL PER $1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1.20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BEST PLATFORM RATIO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0.40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WORST PLATFORM RATIO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$700K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RECOMMENDED REALLOCATION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INCREMENTALITY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Two platforms are subsidising two others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H1 FY26 media read  ·  3</a:t>
            </a:r>
          </a:p>
        </p:txBody>
      </p:sp>
      <p:pic>
        <p:nvPicPr>
          <p:cNvPr id="7" name="Picture 6" descr="r55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52712"/>
            <a:ext cx="6309360" cy="242455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4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296"/>
                <a:gridCol w="706648"/>
                <a:gridCol w="794979"/>
                <a:gridCol w="750813"/>
                <a:gridCol w="750813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Modelled incr.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Reported ROAS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Modelled ratio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Amazon Ads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$2.4M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$0.98M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1.12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Walmart Connect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$1.0M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$1.21M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2.06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Kroger Precision Marketing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$0.4M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$0.32M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1.43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Target Roundel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$0.4M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$0.22M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1.16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B2F38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2B2F38"/>
                          </a:solidFill>
                          <a:latin typeface="Calibri"/>
                        </a:rPr>
                        <a:t>$4.2M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2B2F38"/>
                          </a:solidFill>
                          <a:latin typeface="Calibri"/>
                        </a:rPr>
                        <a:t>$2.73M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2B2F38"/>
                          </a:solidFill>
                          <a:latin typeface="Calibri"/>
                        </a:rPr>
                        <a:t>1.44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2B2F38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seed_retail_media_spend_q1_2026. Modelled ratio governs decisions; platform-reported ROAS is shown for contrast.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Why we govern on modelled incrementality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H1 FY26 media read  ·  4</a:t>
            </a:r>
          </a:p>
        </p:txBody>
      </p:sp>
      <p:pic>
        <p:nvPicPr>
          <p:cNvPr id="7" name="Picture 6" descr="r55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79801"/>
            <a:ext cx="6492240" cy="26252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Every platform reports a better number than the model produces.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That is expected — platform attribution counts conversions the model attributes to base.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Amazon has the widest gap: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reported 1.12 against modelled 0.40.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Walmart Connect is the narrowest gap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and the only platform above 1.0 on the modelled measure.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Governance rule: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budget decisions use modelled incrementality; platform dashboards are for in-flight optimisation only (see Report 75).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seed_retail_media_spend_q1_2026.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TWO MIXES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growing brand and the flat brand spend differently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H1 FY26 media read  ·  5</a:t>
            </a:r>
          </a:p>
        </p:txBody>
      </p:sp>
      <p:pic>
        <p:nvPicPr>
          <p:cNvPr id="7" name="Picture 6" descr="r55_c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61" y="1472184"/>
            <a:ext cx="4943597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3892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Crunchwell: $48.7M, Linear-TV-led. Reach against a shrinking occasion.</a:t>
            </a:r>
          </a:p>
        </p:txBody>
      </p:sp>
      <p:pic>
        <p:nvPicPr>
          <p:cNvPr id="9" name="Picture 8" descr="r55_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432" y="1472184"/>
            <a:ext cx="4951087" cy="3520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513892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ProteinPeak: $22.2M, paid-social and creator-led with retail media close behind.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seed_marketing_spend by brand and channel.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PHASING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Spend is lumpy in a category that is bought weekly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H1 FY26 media read  ·  6</a:t>
            </a:r>
          </a:p>
        </p:txBody>
      </p:sp>
      <p:pic>
        <p:nvPicPr>
          <p:cNvPr id="7" name="Picture 6" descr="r55_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52712"/>
            <a:ext cx="6309360" cy="242455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103"/>
                <a:gridCol w="198744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A&amp;P $M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2025-Q1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$24.5M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2025-Q2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$11.9M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2025-Q3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$10.2M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2025-Q4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$5.9M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2026-Q1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$10.9M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2026-Q2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$11.7M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seed_marketing_spend, by period.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H2 reallocation, platform by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H1 FY26 media read  ·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229"/>
                <a:gridCol w="1745845"/>
                <a:gridCol w="2182307"/>
                <a:gridCol w="39281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Q1 spend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H2 recommendation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Amazon Ads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$2.4M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−$700K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Ratio 0.40; largest leak in the plan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Walmart Connect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$1.0M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+$350K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Ratio 1.20; the only platform above 1.0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Kroger Precision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$0.4M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+$200K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Ratio 0.77 and improving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Louisiana injection (cross-platform)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+$150K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2.2x portfolio ROI on the LA recovery leg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Net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$4.2M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Reallocation, not incremental budget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seed_retail_media_spend_q1_2026; H2 figures are the recommended plan.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we are asking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H1 FY26 media read  ·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Approve the $700K reallocation out of Amazon Ads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CFO / Tasha Brooks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Aug 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Adopt modelled incrementality as the single budget-governing metric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Hugo Lin / Tasha Brooks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Aug 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Shift a third of Crunchwell's Linear TV line into CTV, creator and retail media in FY27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CMO / Cory Whitman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 planning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Smooth A&amp;P phasing to match weekly category purchase behaviour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Hugo Lin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 planning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Re-read incrementality at week 8 and week 13 post-reallocation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Hugo Lin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Q4 FY26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910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Stop paying the platform that reports best and delivers least.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0616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$0.65 per dollar blended, 0.40 at Amazon, 1.20 at Walmart.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$700K moves now; the Crunchwell mix shift moves in FY27.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One metric governs: modelled incrementality.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 FY2026 Media Read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