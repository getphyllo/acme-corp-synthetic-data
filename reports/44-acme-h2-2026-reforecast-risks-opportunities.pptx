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" y="841248"/>
            <a:ext cx="182880" cy="182880"/>
          </a:xfrm>
          <a:prstGeom prst="ellipse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" y="841248"/>
            <a:ext cx="182880" cy="182880"/>
          </a:xfrm>
          <a:prstGeom prst="ellipse">
            <a:avLst/>
          </a:prstGeom>
          <a:solidFill>
            <a:srgbClr val="3E6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841248"/>
            <a:ext cx="182880" cy="18288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E7D75"/>
                </a:solidFill>
                <a:latin typeface="Calibri"/>
              </a:rPr>
              <a:t>OPERATING PLAN REFORECAST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31720"/>
            <a:ext cx="10515600" cy="56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100" b="1" i="0">
                <a:solidFill>
                  <a:srgbClr val="FFFFFF"/>
                </a:solidFill>
                <a:latin typeface="Calibri"/>
              </a:rPr>
              <a:t>Acme Corp H2 FY2026 Reforecast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78124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2DB"/>
                </a:solidFill>
                <a:latin typeface="Calibri"/>
              </a:rPr>
              <a:t>Q3 and Q4 rebuilt off the May run-rate, with the risk and opportunity ledger behind the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Finance &amp; FP&amp;A · commercial review, July 2026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Internal management presentation · Internal · Confidential — synthetic demo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this deck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H2 FY26 reforecast  · 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Where we 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How the reforecast is built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Q3 and Q4 by quarter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Brand-level reforecast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5704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Risk and opportunity ledger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Cash and trade implications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What we need decided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The reforecast in four 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H2 FY26 reforecast  ·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492240" cy="1160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1450" b="0" i="0">
                <a:solidFill>
                  <a:srgbClr val="2B2F38"/>
                </a:solidFill>
                <a:latin typeface="Calibri"/>
              </a:rPr>
              <a:t>May shipped $61.6M against a $63.7M monthly plan. Holding that run-rate and adding the two known H2 events — the Aug 15 Pack Refresh and a full quarter of ProteinPeak distribution — gives an H2 landing zone of $379M against $382M of original plan. We are recommending the reforecast be set there and the full-year commitment held.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96920"/>
            <a:ext cx="6492240" cy="3256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Build method: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May exit run-rate × months, plus Pack Refresh pipeline fill, plus ProteinPeak distribution gains, less HoneyNest discontinuations.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Q1 + Q2 QTD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ran $304.2M against $318.7M of plan.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The reforecast is not a cut to the full-year commitment.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It reallocates the shortfall into the two quarters that can carry it.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All H2 figures are forecast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, built on measured Jan–May actuals.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0104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$379M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0104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H2 FY26 REFORECAST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12096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−0.8%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REFORECAST VS ORIGINAL H2 PLAN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-3.4%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Q2 QTD VARIANCE BEING CARRIED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12096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$14M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NET RISK-ADJUSTED EXPOSURE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H2 carries a modest sequential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H2 FY26 reforecast  ·  3</a:t>
            </a:r>
          </a:p>
        </p:txBody>
      </p:sp>
      <p:pic>
        <p:nvPicPr>
          <p:cNvPr id="7" name="Picture 6" descr="r44_quar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5006"/>
            <a:ext cx="6492240" cy="24948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1472184"/>
            <a:ext cx="4206240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Q3 ($189M forecast)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is the Pack Refresh pipeline quarter — shipment-led, with consumption following in Q4.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Q4 ($190M forecast)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adds full ProteinPeak distribution and the HoneyNest Birthday Cake LTO, less the three discontinued SKUs.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Neither quarter assumes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a Louisiana share recovery beyond the ~35 bps already measured in Q2.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Downside case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is $369M if the Pack Refresh slips a quarter; upside $389M if Walmart protein distribution lands early.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plan_vs_actual (Q1/Q2 actuals); Q3/Q4 are forecasts built off the May run-rate.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LEDGER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Risks and opportunities behind the H2 number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H2 FY26 reforecast  ·  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4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4614"/>
                <a:gridCol w="1309384"/>
                <a:gridCol w="1636730"/>
                <a:gridCol w="1636730"/>
                <a:gridCol w="1964076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H2 $ impact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Probability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Pack Refresh on-shelf Aug 15 as planned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Opportunity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+$6.0M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Cory Whitman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Walmart ProteinPeak full-line authorisation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Opportunity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+$4.5M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Marcus Boudreaux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Retail-media reallocation ($700K, 2.2× LA ROI)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Opportunity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+$1.6M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Tasha Brooks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Larksfield 14g line takes protein share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−$3.5M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Sage Park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Louisiana recovery stalls at 3.0% share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−$2.5M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Marcus Boudreaux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Pack Refresh slips to Q4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−$6.0M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Cory Whitman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H-E-B Cinnamon Twist delist (risk score 0.80)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−$1.8M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Marcus Boudreaux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B2F38"/>
                          </a:solidFill>
                          <a:latin typeface="Calibri"/>
                        </a:rPr>
                        <a:t>Net risk-adjusted position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B2F38"/>
                          </a:solidFill>
                          <a:latin typeface="Calibri"/>
                        </a:rPr>
                        <a:t>Net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2B2F38"/>
                          </a:solidFill>
                          <a:latin typeface="Calibri"/>
                        </a:rPr>
                        <a:t>−$1.4M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2B2F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2B2F38"/>
                          </a:solidFill>
                          <a:latin typeface="Calibri"/>
                        </a:rPr>
                        <a:t>Finance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seed_innovation_pipeline, seed_competitor_launches, seed_heb_cinnamon_twist_delist_risk, seed_retail_media_spend_q1_2026. Dollar impacts are planning estimates.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TRADE &amp; CASH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The H2 trade calendar is where the flexibility sits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H2 FY26 reforecast  ·  5</a:t>
            </a:r>
          </a:p>
        </p:txBody>
      </p:sp>
      <p:pic>
        <p:nvPicPr>
          <p:cNvPr id="7" name="Picture 6" descr="r44_t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040"/>
            <a:ext cx="6309360" cy="234190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490472"/>
          <a:ext cx="441655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276"/>
                <a:gridCol w="2208276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Lever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H2 effect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Rebuild Q4 Crunchwell events at lower depth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≈$2.1M spend, index 0.52 → 0.58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Shift two Kids Sweet events to LTO support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≈$0.6M reallocated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Fund LA recovery leg from national contingency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$0.9M, 2.2× ROI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Hold ProteinPeak trade rate at ~12.9%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Protects launch margin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B2F38"/>
                          </a:solidFill>
                          <a:latin typeface="Calibri"/>
                        </a:rPr>
                        <a:t>Net H2 trade spend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B2F38"/>
                          </a:solidFill>
                          <a:latin typeface="Calibri"/>
                        </a:rPr>
                        <a:t>≈$71M, flat to plan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seed_trade_spend_fy25, seed_trade_promo_events_q1_2026. H2 figures are planning estimates.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the reforecast needs to be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H2 FY26 reforecast  ·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"/>
                <a:gridCol w="6001344"/>
                <a:gridCol w="2509653"/>
                <a:gridCol w="1854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Set the H2 reforecast at $379M and hold the FY26 full-year commitment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CFO / Finance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July 2026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Release the $700K retail-media reallocation now, not at the FY27 planning cycle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Tasha Brooks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By Aug 1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Confirm Pack Refresh Aug 15 with a named slip-trigger and a Q4 fallback plan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Cory Whitman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By Jul 15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Take a Cinnamon Twist recovery plan to H-E-B before the Sep 15 review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Marcus Boudreaux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By Sep 1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05840" cy="27432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2E7D75"/>
                </a:solidFill>
                <a:latin typeface="Calibri"/>
              </a:rPr>
              <a:t>THE ONE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241280" cy="455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Hold the year. Move the money.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5448"/>
            <a:ext cx="9875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$379M in H2 is achievable off the May run-rate.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Three opportunities are worth more than the three biggest risks.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Both live decisions are ours, not the market's.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424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Corp H2 FY2026 Reforecast</dc:title>
  <dc:subject/>
  <dc:creator>Acme Corp (synthetic)</dc:creator>
  <cp:keywords/>
  <dc:description>Internal management presentation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