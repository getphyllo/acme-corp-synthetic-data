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ANNUAL BRAND PLAN · FY2027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Crunchwell FY2027 Brand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81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Six flat quarters, one diagnosis: we have a relevance problem, not a trust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Cory Whitman, Brand Director — Crunchwell · for VP Brand and the CFO ·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FY27 plan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situation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Diagnosis: relevance, not trust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Who is leaving and who is arriving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Where the money goes 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05656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233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42816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creative platform recommendation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FY27 plan on a page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Innovation and pack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Measurement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Six quarters flat, and the reason is measurable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FY27 plan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Crunchwell has held ~6.0% national value share for six quarters while the category grew and Larksfield's Field &amp; Honey grew 7.4%. The equity tracker says why: Trust and Quality hold, Relevance is down 5.9 points and Modernity is soft. Consumers still believe in Crunchwell — they just do not think it is for them right now. FY27 is a relevance plan, not a value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diagnosis is specific.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Relevance 68.6 → 62.7 and Modernity 51.0 → 48.8, while Trust holds at ~73 and Quality actually improves. That combination is a brand drifting out of culture, not a brand losing credibility.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shopper base is turning over.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Loyal-family penetration is eroding; cereal-skipper is growing. We are losing occasions, not preference.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We spend like a 1990s brand: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$48.7M behind Crunchwell with Linear TV the largest line at $30.3M.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plan: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a relevance platform behind the Aug 2026 Pack Refresh, a media mix shift from TV to CTV/creator/retail media, and a Louisiana-first execution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-5.9 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RELEVANCE, FY25Q1 → FY26Q2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+0.6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TRUST OVER THE SAME PERIOD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5.97%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NATIONAL VALUE 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-0.11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SOCIAL SENTIMENT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Trust holds. Relevance is the line that moves.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FY27 plan  ·  3</a:t>
            </a:r>
          </a:p>
        </p:txBody>
      </p:sp>
      <p:pic>
        <p:nvPicPr>
          <p:cNvPr id="7" name="Picture 6" descr="r46_eq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9160"/>
            <a:ext cx="6492240" cy="27065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Relevance 68.6 → 62.7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across six waves — the steepest decline of any attribute we track.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Trust 72.3 → 72.9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and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Quality 69.3 → 70.3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— the franchise assets are intact.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Modernity at 48.8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is the lowest attribute in the set and the one the Pack Refresh addresses directly.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Social confirms it: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Crunchwell sentiment runs negative at −0.11 on 316 mentions, against ProteinPeak at +0.44.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brand_equity_quarterly (Kantar-shape), social_mentions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SHOPPER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base is turning over underneath a flat share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FY27 plan  ·  4</a:t>
            </a:r>
          </a:p>
        </p:txBody>
      </p:sp>
      <p:pic>
        <p:nvPicPr>
          <p:cNvPr id="7" name="Picture 6" descr="r46_coh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80368"/>
            <a:ext cx="6309360" cy="256924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627"/>
                <a:gridCol w="883310"/>
                <a:gridCol w="883310"/>
                <a:gridCol w="1148303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FY25Q1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FY26Q2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loyal-family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47.9%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46.6%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Eroding — the core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cereal-skipper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18.3%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20.8%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Growing — occasions lost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protein-returner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11.5%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13.1%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Growing — ProteinPeak's pool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price-shopper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22.2%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22.8%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Flat — not a value problem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kantar_worldpanel_cohort, US-NAT.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A media mix built for a brand that was still relevant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FY27 plan  ·  5</a:t>
            </a:r>
          </a:p>
        </p:txBody>
      </p:sp>
      <p:pic>
        <p:nvPicPr>
          <p:cNvPr id="7" name="Picture 6" descr="r46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693" y="1472184"/>
            <a:ext cx="5393014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Linear TV is the largest line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— reach against a shrinking cereal occasion.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Retail media is second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and is the only line with a modelled ratio above 1.0 at Walmart Connect.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Creator and CTV are underweight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relative to ProteinPeak, which is the brand in the house that is actually growing.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FY27 recommendation: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hold total A&amp;P, move roughly a third of the TV line into CTV, creator and retail media — with the LA DMA weighted at 2.2× national ROI.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seed_marketing_spend (Crunchwell), seed_retail_media_spend_q1_2026.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creative platform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FY27 plan  ·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40233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"MADE FOR THE MORNING YOU ACTUALLY HAVE"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Reframes Crunchwell from a nostalgic family brand to a brand that fits a compressed, chaotic weekday morning.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Targets Relevance and Modernity directly, without touching Trust or Taste.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Lands with the Pack Refresh (Aug 15 2026) so the visual change and the message change arrive together.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Executes creator-first in the South, where the share loss is concentrated.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417320"/>
            <a:ext cx="5349240" cy="40233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WHY NOT THE ALTERNATIVES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"Value" platform: rejected — price-shopper penetration is flat at ~24%; this is not a value problem.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"Heritage" platform: rejected — Trust is already at 72.9; we would be spending against an asset we already own.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"Health" platform: rejected — that is ProteinPeak's and TrailGrove's ground, and we would cannibalise the growth brands.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"Kids" platform: rejected — the Kids Sweet segment is −2.8% and the mom-guilt trend runs 0.68.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32704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brand_equity_quarterly, kantar_worldpanel_cohort, seed_macro_trends, seed_category_market_size.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Crunchwell FY2027 on a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FY27 plan  ·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191"/>
                <a:gridCol w="3928152"/>
                <a:gridCol w="2073191"/>
                <a:gridCol w="283699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Investment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Success measure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Relevance platform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New creative platform + Pack Refresh launch, creator-first in the South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≈$18M A&amp;P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Relevance 62.7 → 65.5 by FY27Q4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Pack Refresh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Hero SKUs re-skinned, on shelf Aug 15 2026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$28M year-1 revenue target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Modernity 48.8 → 52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Louisiana recovery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Facing restoration, targeted trade, LA retail-media injection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≈$2.4M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 share 3.0% → 4.5%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Trade reset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Depth capped at 20%, event count down, index up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−$4M net spend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Index 0.57 → 0.62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Innovation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Mega Family 36oz (2027-Q1), Maiz Crunch concept (2027-Q1)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Stage-gate funded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Two concepts through Stage-4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seed_innovation_pipeline, seed_marketing_spend, seed_geographies. FY27 figures are plan targets.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we need signed 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FY27 plan  ·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Approve the relevance platform and kill the value-platform option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VP Brand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Jul 15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Approve the A&amp;P mix shift out of Linear TV into CTV, creator and retail media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VP Brand / CFO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 planning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Fund the Louisiana recovery leg at ≈$2.4M inside the existing envelope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By Aug 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Hold Pack Refresh at Aug 15 with weekly stage-gate reporting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Cory Whitman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Jul 15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Add Relevance and Modernity to the brand scorecard as reported KPIs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Nina Ortega / Insights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FY27Q1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455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Trusted is not the same as wanted.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5448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Relevance is down 5.9 points; Trust is up 0.6.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The platform, the pack and the media mix all move against relevance.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Louisiana is where we prove it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Crunchwell FY2027 Brand Plan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