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" y="841248"/>
            <a:ext cx="182880" cy="182880"/>
          </a:xfrm>
          <a:prstGeom prst="ellipse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" y="841248"/>
            <a:ext cx="182880" cy="182880"/>
          </a:xfrm>
          <a:prstGeom prst="ellipse">
            <a:avLst/>
          </a:prstGeom>
          <a:solidFill>
            <a:srgbClr val="3E6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841248"/>
            <a:ext cx="182880" cy="18288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E7D75"/>
                </a:solidFill>
                <a:latin typeface="Calibri"/>
              </a:rPr>
              <a:t>REVENUE GROWTH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31720"/>
            <a:ext cx="10515600" cy="56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Calibri"/>
              </a:rPr>
              <a:t>Price, Pack and Promotion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78124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2DB"/>
                </a:solidFill>
                <a:latin typeface="Calibri"/>
              </a:rPr>
              <a:t>Where our net revenue actually leaks, and the FY27 price-pack architecture that stops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RGM Lead with Trade Finance · reviewed with the CFO · July 2026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Internal management presentation · Internal · Confidential — synthetic demo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this deck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FY26–27 RGM  · 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leak, sized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Trade spend by brand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Promotion effectiveness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Price elasticity by SKU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5704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Pack architecture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FY27 guardrails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What changes on Monday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Where the net revenue goes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FY26–27 RGM  ·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492240" cy="1160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1450" b="0" i="0">
                <a:solidFill>
                  <a:srgbClr val="2B2F38"/>
                </a:solidFill>
                <a:latin typeface="Calibri"/>
              </a:rPr>
              <a:t>Acme spends $147M a year on trade at a portfolio incrementality index of 0.51 — meaning roughly half of promoted volume would have happened anyway. Crunchwell is the concentration: heaviest spend, deepest discounts, most elastic SKUs. The FY27 architecture trades event frequency for event quality and puts a floor under everyday price.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96920"/>
            <a:ext cx="6492240" cy="3256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Crunchwell carries $92.4M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of the total at 24.4% average depth and an index of 0.57 — better than the portfolio average, but on a base so large that the absolute waste is the biggest single number in the P&amp;L outside COGS.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Q1 FY26 ran 43 events, $11.6M of spend, $10.9M incremental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at an average modelled lift of 14.3% and an index of 0.52.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The most elastic SKUs are the Mega packs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— Crunchwell Original Mega 18oz at -2.12 at Rouses. They respond to price, which is exactly why they get promoted, and exactly why the base erodes.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FY27 architecture: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fewer, deeper, better-timed events; a defended everyday price ladder; and one new pack size to reset the value equation without cutting price.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$147M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0104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FY25 TRADE SPEND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12096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0.51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PORTFOLIO INCREMENTALITY INDEX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24.4%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CRUNCHWELL AVERAGE DEPTH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12096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0.60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FY27 INDEX TARGET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SPEND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Two brands account for three quarters of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FY26–27 RGM  ·  3</a:t>
            </a:r>
          </a:p>
        </p:txBody>
      </p:sp>
      <p:pic>
        <p:nvPicPr>
          <p:cNvPr id="7" name="Picture 6" descr="r45_t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3426"/>
            <a:ext cx="6309360" cy="246313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490472"/>
          <a:ext cx="441654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1627"/>
                <a:gridCol w="839144"/>
                <a:gridCol w="706648"/>
                <a:gridCol w="662482"/>
                <a:gridCol w="706648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Spend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Depth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Events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Crunchwell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$92.4M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24.4%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0.57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162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HoneyNest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$21.7M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24.2%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TrailGrove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$10.8M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13.5%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0.52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MorningOats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$10.2M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17.8%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0.59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ProteinPeak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$6.9M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11.5%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RootDay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$4.7M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9.5%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0.43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Total / average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$146.7M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16.8%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428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seed_trade_spend_fy25.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EFFECTIVENESS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Not all mechanics are worth running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FY26–27 RGM  ·  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2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8152"/>
                <a:gridCol w="1527614"/>
                <a:gridCol w="1745845"/>
                <a:gridCol w="2073191"/>
                <a:gridCol w="1636730"/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Event type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Events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Spend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Avg modelled lift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TPR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$5.2M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14.4%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Endcap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$1.8M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12.1%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0.66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Endcap+TPR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$1.8M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19.0%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Bundled price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$0.5M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18.0%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0.58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Multi-store TPR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$0.5M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14.0%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-0.21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TPR Wave 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$0.4M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22.0%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0.58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Roadshow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$0.4M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13.5%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0.68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Bundled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$0.3M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19.0%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0.59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Tactical Injection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$0.3M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12.0%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1.10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SubFee waiver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$0.3M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7.0%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0.18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TPR Recovery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$0.2M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10.0%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0.43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5102352"/>
            <a:ext cx="10911535" cy="766572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102352"/>
            <a:ext cx="45720" cy="76657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5193792"/>
            <a:ext cx="106006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F2A44"/>
                </a:solidFill>
                <a:latin typeface="Calibri"/>
              </a:rPr>
              <a:t>The rule we are adopting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449824"/>
            <a:ext cx="10600639" cy="309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2B2F38"/>
                </a:solidFill>
                <a:latin typeface="Calibri"/>
              </a:rPr>
              <a:t>Any mechanic with a modelled incrementality index below 0.45 comes off the calendar unless it is defending a distribution commitment. On the Q1 base that is roughly $2.4M of spend to redeploy.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78652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seed_trade_promo_events_q1_2026, modelled lift and incrementality.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ELASTICITY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The packs we discount hardest are the ones that erode fastest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FY26–27 RGM  ·  5</a:t>
            </a:r>
          </a:p>
        </p:txBody>
      </p:sp>
      <p:pic>
        <p:nvPicPr>
          <p:cNvPr id="7" name="Picture 6" descr="r45_e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2481"/>
            <a:ext cx="6492240" cy="25798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1472184"/>
            <a:ext cx="4206240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Crunchwell Original Mega 18oz at Rouses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is the most elastic point in the portfolio at -2.12.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Rouses and Walmart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show the steepest curves — the two banners where Larksfield has been most aggressive on endcaps in Louisiana.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Implication: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deep Mega-pack discounting buys volume at a permanent cost to the reference price. It is the mechanism behind the LA base erosion.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FY27: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Mega discounting capped at 20% off, with feature-and-display weight replacing depth.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seed_sku_elasticity_estimates (last recalibrated per row).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The FY27 price-pack ladder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FY26–27 RGM  ·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460"/>
                <a:gridCol w="1964076"/>
                <a:gridCol w="1964076"/>
                <a:gridCol w="3709921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Pack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Everyday price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Promo policy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Crunchwell 13oz Multigrain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Entry / trial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$4.49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Max 15% off, 2 events/yr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Crunchwell 14oz hero (post-refresh)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Core volume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$4.49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Max 20% off, 4 events/yr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Crunchwell 18oz Mega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Value / pantry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$5.49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Max 20% off, 3 events/yr, no stacking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Crunchwell 36oz Mega Family (2027-Q1)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Value ceiling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$8.99 target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Launch support only, no depth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ProteinPeak 12oz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Premium / growth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$7.49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Max 10% off, feature-led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ProteinPeak single-serve cup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Convenience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$9.99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No depth; sampling instead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seeds/skus.csv shelf prices, seed_innovation_pipeline (36oz Mega Family, 2027-Q1). Promo policy is the proposed FY27 guardrail.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changes on Monday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FY26–27 RGM  ·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"/>
                <a:gridCol w="6001344"/>
                <a:gridCol w="2509653"/>
                <a:gridCol w="1854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Adopt the 0.45 incrementality floor for all new events; existing events reviewed at renewal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RGM Lead / Trade Finance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From Aug 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Cap Mega-pack depth at 20% and stop depth stacking with retailer funds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Marcus Boudreaux / NAMs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FY27 calendar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Hold ProteinPeak trade rate at ≤13% of gross through the launch year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Sage Park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FY27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Bring the 36oz Mega Family Pack forward into the FY27 innovation gate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Innovation / RGM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Q4 FY26 stage-gate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Report portfolio index monthly alongside revenue in the commercial review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Trade Finance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From August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05840" cy="27432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2E7D75"/>
                </a:solidFill>
                <a:latin typeface="Calibri"/>
              </a:rPr>
              <a:t>THE ONE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241280" cy="455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Fewer events, better events, defended price.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5448"/>
            <a:ext cx="9875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$147M at 0.51 is the biggest efficiency pool we own.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0.52 → 0.60 is worth roughly 60 bps of EBITDA.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None of it requires a list-price increase.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424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Price, Pack and Promotion Architecture</dc:title>
  <dc:subject/>
  <dc:creator>Acme Corp (synthetic)</dc:creator>
  <cp:keywords/>
  <dc:description>Internal management presentation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