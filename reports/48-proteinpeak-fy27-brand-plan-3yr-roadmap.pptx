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3E6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E7D75"/>
                </a:solidFill>
                <a:latin typeface="Calibri"/>
              </a:rPr>
              <a:t>ANNUAL BRAND PLAN · FY2027 + THREE-YEAR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56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ProteinPeak FY2027 Brand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78124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2DB"/>
                </a:solidFill>
                <a:latin typeface="Calibri"/>
              </a:rPr>
              <a:t>The fastest-growing thing we own, in the fastest-growing pocket of the category — and what it needs to keep compounding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Sage Park, Brand Director — ProteinPeak · July 2026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Internal management presentation · Internal · Confidential — synthetic demo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ProteinPeak FY27 plan  ·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opportunity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Where the launch landed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Source of volume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retailer problem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05656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2336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242816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FY27 plan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Three-year roadmap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Competitive response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5704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Measurement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5704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A brand with a tailwind and a distribution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ProteinPeak FY27 plan  ·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1160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1450" b="0" i="0">
                <a:solidFill>
                  <a:srgbClr val="2B2F38"/>
                </a:solidFill>
                <a:latin typeface="Calibri"/>
              </a:rPr>
              <a:t>Wellness Protein grew +18.3% to $3M in FY25 and is running +18.6% in Q2 FY26. Acme's share of it moved 7.6% → 8.4% on the April 20 launch. ProteinPeak is the only brand in the house with a structural tailwind. The FY27 plan is about distribution, not demand — we are under-distributed at the two largest retailers in America.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6920"/>
            <a:ext cx="6492240" cy="3256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The launch worked.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ProteinPeak went from −25.4% to plan in Q1 (pre-launch) to -6.1% in May, with trial at 110–113% of plan at Target.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53% of volume is new to Acme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— 32% cannibalisation and 15% competitive switching. That is a healthy launch profile for a line extension.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Target over-indexes hard: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Acme holds 18.4% of Wellness Protein at Target versus 5.2% at Walmart. Same product, same price, different shelf.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Larksfield answered on May 12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with a 14g protein line extension. Our response is Chocolate Almond (64% top-two-box) into the Q4 line reviews, not a price move.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+18.6%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WELLNESS PROTEIN GROWTH, Q2 QTD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12096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8.4%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ACME SHARE OF SEGMENT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53%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LAUNCH VOLUME NEW TO BRAND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12096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+0.44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SOCIAL SENTIMENT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trough was planned; the recovery is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ProteinPeak FY27 plan  ·  3</a:t>
            </a:r>
          </a:p>
        </p:txBody>
      </p:sp>
      <p:pic>
        <p:nvPicPr>
          <p:cNvPr id="7" name="Picture 6" descr="r48_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78291"/>
            <a:ext cx="6492240" cy="24282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472184"/>
            <a:ext cx="4206240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Q1 ran ~$4.33M/month against a $5.80M plan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— the pre-launch pipeline draw-down, by design.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April and May ran ~$5.44M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— a 6% gap to plan, closing.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Week-2 repeat is 1.2× the Berry Crunch archive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, the cleanest signal that the product delivers on the claim.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Velocity tells the retailer story: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17.5 units/store/week at Target versus 9.2 at the Walmart pilot.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plan_vs_actual (ProteinPeak), seed_proteinpeak_q2_launch.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Healthy volume mix; unhealthy retailer spread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ProteinPeak FY27 plan  ·  4</a:t>
            </a:r>
          </a:p>
        </p:txBody>
      </p:sp>
      <p:pic>
        <p:nvPicPr>
          <p:cNvPr id="7" name="Picture 6" descr="r48_s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11" y="1472184"/>
            <a:ext cx="5250698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138928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53% new-to-brand, 32% cannibalisation of PP001–PP003, 15% taken from competitors.</a:t>
            </a:r>
          </a:p>
        </p:txBody>
      </p:sp>
      <p:pic>
        <p:nvPicPr>
          <p:cNvPr id="9" name="Picture 8" descr="r48_retai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95818"/>
            <a:ext cx="5394960" cy="20731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4496" y="4415294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18.4% at Target versus 5.2% at Walmart — a distribution and merchandising gap, not a demand gap.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household_transactions (PP005/PP006 switch analysis), seed_category_market_size retailer cuts.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Six SKUs, two of them four months 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ProteinPeak FY27 plan  ·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8152"/>
                <a:gridCol w="1745845"/>
                <a:gridCol w="1745845"/>
                <a:gridCol w="1745845"/>
                <a:gridCol w="1745845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SKU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Shelf price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National ACV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FY25 revenue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Vanilla Almond Original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$7.49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$25.0M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Chocolate Hazelnut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$7.49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$11.5M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Single-Serve Cups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$9.99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$6.3M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Berry Crunch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$7.49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28%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$5.2M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Cinnamon Crunch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$7.49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launch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Active-Launch-Q2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Cocoa Almond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$7.49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28%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launch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Active-Launch-Q2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4873752"/>
            <a:ext cx="10911535" cy="766572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73752"/>
            <a:ext cx="45720" cy="76657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965192"/>
            <a:ext cx="106006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F2A44"/>
                </a:solidFill>
                <a:latin typeface="Calibri"/>
              </a:rPr>
              <a:t>The distribution 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221224"/>
            <a:ext cx="10600639" cy="309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2B2F38"/>
                </a:solidFill>
                <a:latin typeface="Calibri"/>
              </a:rPr>
              <a:t>Cinnamon Crunch sits at 38% ACV and Cocoa Almond at 28% four months after launch. Getting both to 55% — Vanilla Almond's level — is worth more than any media dollar we could spend in FY27.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50052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seeds/skus.csv.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FY27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ProteinPeak FY2027 on a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ProteinPeak FY27 plan  ·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960"/>
                <a:gridCol w="3928152"/>
                <a:gridCol w="2073191"/>
                <a:gridCol w="305522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Pillar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we do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Investment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Success measure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Distribution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Full-line authorisation at Walmart and Kroger; Costco club pack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Trade + line-review support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PP005/PP006 ACV ≥55%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Innovation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Chocolate Almond launch (Q4 FY26 line reviews, Q1 FY27 shelf)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Stage-gate funded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Top-two-box ≥55% held; 8pp substitution gate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Creator-led media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Athlete-anchored creator programme, whitelisted into paid social and Roundel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≈$9M A&amp;P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Sentiment ≥+0.40; earned reach vs protein-curious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Retail media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Weight to Walmart Connect (ratio 1.20) and Kroger Precision (0.77)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≈$6.5M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Blended modelled ratio ≥1.0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Price discipline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Hold $7.49; max 10% off, feature-led, no depth stacking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Trade rate ≤13% of gross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seed_marketing_spend, seed_retail_media_spend_q1_2026, seed_concept_test_chocolate_almond, seed_trade_spend_fy25. FY27 figures are targets.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$48M to $150M in four years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ProteinPeak FY27 plan  ·  7</a:t>
            </a:r>
          </a:p>
        </p:txBody>
      </p:sp>
      <p:pic>
        <p:nvPicPr>
          <p:cNvPr id="7" name="Picture 6" descr="r48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6230"/>
            <a:ext cx="6492240" cy="25123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472184"/>
            <a:ext cx="4206240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FY26 ($62M est.):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two new SKUs at partial distribution.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FY27 ($100M target):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full distribution at Walmart and Kroger, Chocolate Almond in market. This is the AOP commitment (Report 14).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FY28 ($125M target):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ProteinPeak Bars 12g (Stage-1, 2028-Q2) opens the $2.96B granola-bar segment.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FY29 ($150M target):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12–14 SKUs, mid-teens share of a $1.45B segment.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seed_innovation_pipeline (PP bars, Stage-1), seed_category_market_size. FY27–FY29 are targets.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ProteinPeak needs from the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ProteinPeak FY27 plan  ·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6001344"/>
                <a:gridCol w="2509653"/>
                <a:gridCol w="1854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Put ProteinPeak full-line authorisation on the Walmart August line-review agenda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Marcus Boudreaux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Aug line review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Approve Chocolate Almond for the Q4 FY26 Walmart and Target line reviews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Innovation SteerCo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Aug 5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Weight FY27 retail media to Walmart Connect and Kroger Precision, away from Amazon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Tasha Brooks / Hugo Lin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FY27 planning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Hold the $7.49 price and the 10% depth cap through the launch year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Sage Park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FY27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Add velocity by retailer to the monthly brand scorecard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Sage Park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From August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743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E7D75"/>
                </a:solidFill>
                <a:latin typeface="Calibri"/>
              </a:rPr>
              <a:t>THE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241280" cy="455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demand is proven. The shelf is the constraint.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5448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53% of launch volume is new to Acme.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18.4% share at Target versus 5.2% at Walmart.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FY27 is a distribution plan with a media programme attached.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ProteinPeak FY2027 Brand Plan</dc:title>
  <dc:subject/>
  <dc:creator>Acme Corp (synthetic)</dc:creator>
  <cp:keywords/>
  <dc:description>Internal management presentation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