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B5BDB"/>
                </a:solidFill>
                <a:latin typeface="Calibri"/>
              </a:rPr>
              <a:t>JOINT BUSINESS REVIEW · PRE-READ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Kroger Q3 2026 JBR Pre-Read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E6"/>
                </a:solidFill>
                <a:latin typeface="Calibri"/>
              </a:rPr>
              <a:t>Category state-of-the-business and the case for a protein-forward captaincy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2A6"/>
                </a:solidFill>
                <a:latin typeface="Calibri"/>
              </a:rPr>
              <a:t>Priya Raman, Category Manager   ·   JBR July 8, 2026 · pre-read due June 24   ·   Cereals &amp; Adjacent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B5BDB"/>
                </a:solidFill>
                <a:latin typeface="Calibri"/>
              </a:rP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Where Crunchwell stands at Kroger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4922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3182B"/>
                </a:solidFill>
                <a:latin typeface="Calibri"/>
              </a:rPr>
              <a:t>Crunchwell is flat at Kroger nationally — holding, not winning. Meanwhile the shelf is moving underneath us: Larksfield Field &amp; Honey and Kroger's own Simple Truth are taking the growth, and three premium segments are pulling steadily from traditional family cereal.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8"/>
                </a:solidFill>
                <a:latin typeface="Calibri"/>
              </a:rPr>
              <a:t>This is a captaincy moment. We can either defend a flat line or bring Kroger a protein-forward category plan that grows the total basket — and positions Crunchwell + ProteinPeak as the branded engine of that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7160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5B6478"/>
                </a:solidFill>
                <a:latin typeface="Calibri"/>
              </a:rPr>
              <a:t>Flat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Crunchwell at Kroger vs last JBR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+1.4 pts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Larksfield F&amp;H, national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88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+2.1 pts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Larksfield F&amp;H, South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88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8A33D"/>
                </a:solidFill>
                <a:latin typeface="Calibri"/>
              </a:rPr>
              <a:t>+0.8 pts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Simple Truth, protein segment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206240"/>
            <a:ext cx="4361688" cy="12344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5BDB"/>
                </a:solidFill>
                <a:latin typeface="Calibri"/>
              </a:rPr>
              <a:t>14%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of Crunchwell lapsed Kroger buyers went to Simple Truth in Q1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B5BDB"/>
                </a:solidFill>
                <a:latin typeface="Calibri"/>
              </a:rPr>
              <a:t>THE SHELF IS MOVING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Who is taking the growth</a:t>
            </a:r>
          </a:p>
        </p:txBody>
      </p:sp>
      <p:pic>
        <p:nvPicPr>
          <p:cNvPr id="5" name="Picture 4" descr="kr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858000" cy="37767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45920"/>
            <a:ext cx="41148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Larksfield Field &amp; Honey gained 1.4 pts nationally and 2.1 pts in the South vs last JBR — the South over-indexes, mirroring the Louisiana decline.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Simple Truth (Kroger's own PL) gained 0.8 pts across the protein segment.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Crunchwell held flat — neither winning nor leaking at the banner level, but losing relative ground.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Source: kroger_simple_truth_switching, Numerator HH panel, Q1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B5BDB"/>
                </a:solidFill>
                <a:latin typeface="Calibri"/>
              </a:rPr>
              <a:t>THE LEAK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Crunchwell→Simple Truth switching, by division</a:t>
            </a:r>
          </a:p>
        </p:txBody>
      </p:sp>
      <p:pic>
        <p:nvPicPr>
          <p:cNvPr id="5" name="Picture 4" descr="kr_d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49440" cy="3723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645920"/>
            <a:ext cx="402336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National switch rate is 14.3% of lapsed Crunchwell buyers moving to Simple Truth.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Cincinnati, Nashville and Dallas run hottest (15%+).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Houston carries LA-DMA overlap and some hurricane-disrupted households.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Wholegrain and sugar-reduced segments show the highest PL pull (16–18%).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B5BDB"/>
                </a:solidFill>
                <a:latin typeface="Calibri"/>
              </a:rPr>
              <a:t>CATEGORY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The structural story: segments pulling from family cereal</a:t>
            </a:r>
          </a:p>
        </p:txBody>
      </p:sp>
      <p:pic>
        <p:nvPicPr>
          <p:cNvPr id="5" name="Picture 4" descr="kr_s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35040" cy="34209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645920"/>
            <a:ext cx="49377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Protein-forward, sugar-reduced and ancient-grain segments are each pulling ~2.3 pts per quarter from traditional family cereal.</a:t>
            </a:r>
          </a:p>
          <a:p>
            <a:pPr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Traditional family cereal — Crunchwell's core — is structurally ceding share to wellness formats.</a:t>
            </a:r>
          </a:p>
          <a:p>
            <a:pPr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The branded answer already exists in our portfolio: ProteinPeak. The JBR play is to merchandise the wellness migration with our brands, not Simple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B5BDB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Recommendation framework for the JBR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55063"/>
            <a:ext cx="106070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B5BDB"/>
                </a:solidFill>
                <a:latin typeface="Calibri"/>
              </a:rPr>
              <a:t>1 · Defend the core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3182B"/>
                </a:solidFill>
                <a:latin typeface="Calibri"/>
              </a:rPr>
              <a:t>Targeted Crunchwell trade + Kroger Precision defense in the eight hottest-switching divisions, anchored on the 14% leak.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72384"/>
            <a:ext cx="106070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9384"/>
                </a:solidFill>
                <a:latin typeface="Calibri"/>
              </a:rPr>
              <a:t>2 · Lead the migration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3182B"/>
                </a:solidFill>
                <a:latin typeface="Calibri"/>
              </a:rPr>
              <a:t>Bring a protein-forward shelf reset that features ProteinPeak as captain's branded answer to Simple Truth's PL gains.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89704"/>
            <a:ext cx="106070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F9E44"/>
                </a:solidFill>
                <a:latin typeface="Calibri"/>
              </a:rPr>
              <a:t>3 · Grow the basket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3182B"/>
                </a:solidFill>
                <a:latin typeface="Calibri"/>
              </a:rPr>
              <a:t>Position the plan as total-category growth, not brand defense — the captaincy framing Kroger rewards.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9788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3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6070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FFFFFF"/>
                </a:solidFill>
                <a:latin typeface="Calibri"/>
              </a:rPr>
              <a:t>Deliverable: 12-page JBR deck with the recommendation framework on the final three slides. Shipped June 20; pre-read due June 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