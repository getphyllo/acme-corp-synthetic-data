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841248"/>
            <a:ext cx="182880" cy="182880"/>
          </a:xfrm>
          <a:prstGeom prst="ellipse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841248"/>
            <a:ext cx="182880" cy="182880"/>
          </a:xfrm>
          <a:prstGeom prst="ellipse">
            <a:avLst/>
          </a:prstGeom>
          <a:solidFill>
            <a:srgbClr val="3E6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841248"/>
            <a:ext cx="182880" cy="1828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E7D75"/>
                </a:solidFill>
                <a:latin typeface="Calibri"/>
              </a:rPr>
              <a:t>PORTFOLIO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10515600" cy="56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Calibri"/>
              </a:rPr>
              <a:t>HoneyNest and the Kids Sweet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78124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2DB"/>
                </a:solidFill>
                <a:latin typeface="Calibri"/>
              </a:rPr>
              <a:t>A well-run brand inside a structurally declining segment — harvest, reposition, or invest?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HoneyNest Brand Manager with Insights and Finance · July 2026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Internal management presentation · Internal · Confidential — synthetic demo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HoneyNest decision  · 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Brand 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Segment reality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Where the trade money goes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5704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Three options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recommendation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What it means for the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5704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A well-run brand in the wrong room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HoneyNest decision  ·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92240" cy="1160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1450" b="0" i="0">
                <a:solidFill>
                  <a:srgbClr val="2B2F38"/>
                </a:solidFill>
                <a:latin typeface="Calibri"/>
              </a:rPr>
              <a:t>HoneyNest is running -1.1% to plan — one of the best-executed brands in the portfolio — inside a segment that shrank from $3M to $3M (-2.8%). Good brand management inside a bad segment produces exactly this: on-plan performance and no future. The recommendation is a managed harvest with one repositioning bet, not continued investment at current levels.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6920"/>
            <a:ext cx="6492240" cy="3256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HoneyNest delivers.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-1.1% average variance to plan across FY26 — better than every brand except RootDay.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The segment does not.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Kids Sweet is $3M and -2.8% YoY, with the mom-guilt trend running at 0.68 strength and trending down for kids' cereal.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We spend $21.7M of trade at 24.2% depth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for an index of 0.51 — buying volume in a segment that is leaving.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Three SKUs are already on the FY26 discontinue list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(Granola Crunch, Cookie Dough) and the pipeline holds only an LTO.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-1.1%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FY26 VARIANCE TO PLAN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12096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-2.8%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KIDS SWEET SEGMENT GROWTH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$21.7M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FY25 TRADE SPEND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12096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0.51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TRADE INCREMENTALITY INDEX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This is not a cycle — it is a structural decline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HoneyNest decision  ·  3</a:t>
            </a:r>
          </a:p>
        </p:txBody>
      </p:sp>
      <p:pic>
        <p:nvPicPr>
          <p:cNvPr id="7" name="Picture 6" descr="r50_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5006"/>
            <a:ext cx="6492240" cy="24948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472184"/>
            <a:ext cx="4206240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Kids Sweet: $3M → $3M.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Two consecutive years of decline.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Mom-guilt trend at 0.68 strength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, direction down for kids' cereal — a permissioning problem, not a taste problem.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Low-sugar pressure at 0.72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compounds it: the segment's core benefit is the thing parents are trying to avoid.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Meanwhile Wellness Protein grew +18.3%.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The same shelf space and the same trade dollars are worth far more one segment over.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seed_category_market_size, seed_macro_trends.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BRAND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Execution is not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HoneyNest decision  ·  4</a:t>
            </a:r>
          </a:p>
        </p:txBody>
      </p:sp>
      <p:pic>
        <p:nvPicPr>
          <p:cNvPr id="7" name="Picture 6" descr="r50_p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73713"/>
            <a:ext cx="6309360" cy="238255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490472"/>
          <a:ext cx="441655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282"/>
                <a:gridCol w="1236634"/>
                <a:gridCol w="1236634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HoneyNest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Portfolio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FY26 variance to plan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-1.1%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−5.3% (Q1 total)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Trade spend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$21.7M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$147M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Trade depth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24.2%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16.8%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Incrementality index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Segment growth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-2.8%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+1.3% (RTE total)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plan_vs_actual, seed_trade_spend_fy25, seed_category_market_size.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Three ways to play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HoneyNest decision  ·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614"/>
                <a:gridCol w="3709921"/>
                <a:gridCol w="2182307"/>
                <a:gridCol w="1964076"/>
                <a:gridCol w="1527614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FY27–FY29 revenue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Investment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A · Invest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Fund a kids-cereal relaunch with new mascot and media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$92M → $96M → $99M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≈$12M incremental A&amp;P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Reject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B · Harvest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Hold distribution, cut A&amp;P to maintenance, run LTOs only, cut trade depth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$92M → $88M → $84M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≈$1M A&amp;P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Recommend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 · Reposition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Move HoneyNest into Family Wholegrain with a whole-grain-plus line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$92M → $94M → $97M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≈$5M + R&amp;D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Recommend as a bet inside B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3502152"/>
            <a:ext cx="10911535" cy="766572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502152"/>
            <a:ext cx="45720" cy="766572"/>
          </a:xfrm>
          <a:prstGeom prst="rect">
            <a:avLst/>
          </a:prstGeom>
          <a:solidFill>
            <a:srgbClr val="B2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593592"/>
            <a:ext cx="106006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F2A44"/>
                </a:solidFill>
                <a:latin typeface="Calibri"/>
              </a:rPr>
              <a:t>Why not Option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849624"/>
            <a:ext cx="10600639" cy="309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2B2F38"/>
                </a:solidFill>
                <a:latin typeface="Calibri"/>
              </a:rPr>
              <a:t>Funding a relaunch into a −2.8% segment against a 0.68-strength mom-guilt trend spends FY27 growth money on the least favourable structural position in the portfolio. The same $12M behind ProteinPeak distribution returns more.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Revenue paths are planning estimates. Source: seed_category_market_size, seed_innovation_pipeline, seed_macro_trends.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HoneyNest has in the tank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HoneyNest decision  ·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9921"/>
                <a:gridCol w="2182307"/>
                <a:gridCol w="1745845"/>
                <a:gridCol w="1745845"/>
                <a:gridCol w="1527614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Planned launch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Year-1 revenue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HoneyNest Birthday Cake LTO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Stage-4 Pre-Launch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2026-Q4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$2.4M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On-Track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HoneyNest Plus Whole Grain - Heart Hea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Stage-1 Idea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2028-Q1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$4.0M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Pre-Stage-Gate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HoneyNest Granola Crunch - Discontinue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Stage-Final Discontinue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2026-Q3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Confirmed-Discontinue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HoneyNest Cookie Dough - Discontinue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Stage-Final Discontinue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2026-Q3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Confirmed-Discontinue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seeds/innovation_pipeline.csv.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Decide the role, then fund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HoneyNest decision  ·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6001344"/>
                <a:gridCol w="2509653"/>
                <a:gridCol w="1854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Adopt Option B — managed harvest — as HoneyNest's portfolio role from FY27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VP Brand / CFO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FY27 planning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Fund the Option C whole-grain repositioning as a single Stage-2 concept, not a relaunch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Innovation SteerCo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Q4 FY26 gate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Confirm the Q3 FY26 discontinuation of Granola Crunch and Cookie Dough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HoneyNest BM / Supply Chain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Q3 FY26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Redirect ≈$8M of HoneyNest trade and A&amp;P to ProteinPeak distribution and TrailGrove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CFO / RGM Lead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FY27 planning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Keep the Birthday Cake LTO as the one active innovation in FY27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HoneyNest BM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Q4 FY26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05840" cy="27432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E7D75"/>
                </a:solidFill>
                <a:latin typeface="Calibri"/>
              </a:rPr>
              <a:t>THE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241280" cy="910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Manage it well, but stop paying for growth it cannot deliver.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0616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HoneyNest is executing at −1.1% to plan in a −2.8% segment.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Harvest, with one repositioning bet.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$8M moves to where the category is growing.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HoneyNest and the Kids Sweet Question</dc:title>
  <dc:subject/>
  <dc:creator>Acme Corp (synthetic)</dc:creator>
  <cp:keywords/>
  <dc:description>Internal management presentation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